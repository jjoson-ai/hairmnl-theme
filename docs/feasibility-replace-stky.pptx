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60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 MNL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228600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7739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Brief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29000" y="82296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Replacing Stky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Sticky Add-to-Cart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29000" y="26974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Recommendation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9000" y="4663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HairMNL Engineering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Stky Does Today — and How It's Wired In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92240" y="960120"/>
            <a:ext cx="2331720" cy="3200400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097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$6.99 – $18.99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92240" y="1737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2057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Assumed: $11.99/mo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(Grow plan — unlimited)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0" y="2670048"/>
            <a:ext cx="1965960" cy="18288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788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STKY by Codeinero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“Built for Shopify” · 4.9★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3520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~₱660–₱1,050/mo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~600ms Azure CDN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960120"/>
            <a:ext cx="5760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Stky provides two features the theme uses today: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sticky add-to-cart bar (variant + qty + CTA, follows scroll)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Collection-page Quick Buy overlay (.satcb_quick_buy on product cards)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footprint in this repo: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config/settings_data.json — App block registration (correct Shopify App Embed)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layout/theme.liquid:89 — DNS prefetch hint for satcb.azureedge.net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assets/theme.css:15678 — z-index override for the Quick Buy overlay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layout/theme.liquid:969 — second, hardcoded &lt;script&gt; tag (more on next slide)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Integration Has Already Drifted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32104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32688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issues already exist that need fixing — replacement or not.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321040" cy="1417320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8308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1 — Hardcoded script with the wrong shop parameter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2140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layout/theme.liquid:969 contains a hardcoded </a:t>
            </a:r>
            <a:pPr indent="0" marL="0">
              <a:buNone/>
            </a:pPr>
            <a:r>
              <a:rPr lang="en-US" sz="1150" dirty="0">
                <a:solidFill>
                  <a:srgbClr val="C45A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src="…/satcb.min.js?shop=creations-gdc.myshopify.com"&gt;</a:t>
            </a:r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leftover from when this theme was forked from another store. It loads on every page in parallel with the legitimate Shopify App Embed, doubling the third-party script cost and potentially mis-attributing analytics. </a:t>
            </a:r>
            <a:pPr indent="0" marL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removed regardless of whether Stky stays.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321040" cy="1234440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3756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2 — DNS-prefetch comment misidentifies the domain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67588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layout/theme.liquid:78 comments satcb.azureedge.net as </a:t>
            </a:r>
            <a:pPr indent="0" marL="0">
              <a:buNone/>
            </a:pPr>
            <a:r>
              <a:rPr lang="en-US" sz="115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“Same-day store pickup widget, ~600 ms”</a:t>
            </a:r>
            <a:pPr indent="0" marL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the domain serves Stky's Sticky Add to Cart Bar. Mislabel suggests the original installer didn't know what the script did. Documentation hygiene + a signal that the integration was poorly understood from day one.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Architecture: Theme-Native, No Backend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2900" y="960120"/>
            <a:ext cx="2697480" cy="2926080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0060" y="1078992"/>
            <a:ext cx="457200" cy="45720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8700" y="109728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 snippet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0060" y="1645920"/>
            <a:ext cx="2423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" y="1664208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5A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snippets/sticky-add-to-cart.liquid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" y="202996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for the bottom-fixed bar: product image, title, price, variant selector, qty, Add to Cart button.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" y="3456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once in layout/theme.liquid; hidden by default, shown on scroll.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23260" y="960120"/>
            <a:ext cx="2697480" cy="2926080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60420" y="1078992"/>
            <a:ext cx="457200" cy="45720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042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09060" y="109728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 module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60420" y="1645920"/>
            <a:ext cx="2423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4428" y="1664208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5A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assets/sticky-atc.dev.js + .js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60420" y="202996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on the primary product form. When the original ATC button scrolls out of view, the sticky bar becomes visible. Submits via the existing cart drawer flow.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60420" y="3456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LoC. No new dependencies.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03620" y="960120"/>
            <a:ext cx="2697480" cy="2926080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40780" y="1078992"/>
            <a:ext cx="457200" cy="45720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078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89420" y="109728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additions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40780" y="1645920"/>
            <a:ext cx="24231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4788" y="1664208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5A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snippets/css-overrides.liquid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40780" y="202996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Brand-styled bar: position: fixed, z-index, mobile breakpoint, transition. Reuses existing CSS tokens for colors and typography.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40780" y="3456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kt0-safe — no containing-block traps on parent elements.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023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service. No third-party CDN. Code lives in this repo and ships with the theme.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315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Re-uses theme's existing variant selector + Add-to-Cart flow + cart drawer — no parallel state.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6085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~600ms Azure latency, the duplicate script tag, and the stale shop parameter.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12-Month Cost · Payback in Month 1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  <a:gridCol w="1554480"/>
                <a:gridCol w="155448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3-Year TCO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quo — Stky Basic ($6.99/mo)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4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quo — Stky Grow ($11.99/mo, assumed)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$143.88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4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Theme-native replacement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03320"/>
            <a:ext cx="8412480" cy="777240"/>
          </a:xfrm>
          <a:prstGeom prst="rect">
            <a:avLst/>
          </a:prstGeom>
          <a:solidFill>
            <a:srgbClr val="EBF8E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730752"/>
            <a:ext cx="81381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effort: </a:t>
            </a:r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~4–6h serial work (1–2 calendar days). At the assumed Grow tier, replacement pays back its engineering cost within 4–8 weeks, then is pure savings.
</a:t>
            </a:r>
            <a:pPr indent="0" marL="0">
              <a:buNone/>
            </a:pPr>
            <a:r>
              <a:rPr lang="en-US" sz="11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duplicate-script bug at theme.liquid:969 needs cleanup anyway — replacement absorbs that work for free.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Recreate · What We Drop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463040"/>
                <a:gridCol w="44805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Stky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PDP sticky add-to-cart 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Recreate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feature; visible to every shopper on every PDP scroll. Brand-styled, mobile-responsive, ~150 LoC JS module.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Collection-page Quick Buy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in use (z-index override exists). Adds modal-open complexity. See slide 8 — recommend dropping for v1, revisit if conversion data justifies.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Slider cart drawer / upsell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already has its own cart drawer. Stky's version is unused or duplicative.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Countdown urgency timer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visible to verify in current theme; aggressive UX pattern; minimal proven lift. Drop unless data justifies.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 cart icon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header cart icon already serves this purpose.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(1–2 Days) and Known Risks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phases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4023360" cy="384048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· Liquid snippet</a:t>
            </a:r>
            <a:pPr indent="0" marL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~30 min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4023360" cy="384048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47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· JS module (dev + min)</a:t>
            </a:r>
            <a:pPr indent="0" marL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~2h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4023360" cy="384048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042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· CSS + kt0 lint guard</a:t>
            </a:r>
            <a:pPr indent="0" marL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~1h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4023360" cy="384048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614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· (optional) Quick Buy overlay</a:t>
            </a:r>
            <a:pPr indent="0" marL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~1h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4023360" cy="384048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18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· Draft-theme smoke test</a:t>
            </a:r>
            <a:pPr indent="0" marL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~45 min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4023360" cy="384048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75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· Cutover — disable Stky embed, remove stale script + DNS prefetch + CSS override</a:t>
            </a:r>
            <a:pPr indent="0" marL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~30 min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914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risks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371600"/>
            <a:ext cx="4023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40817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4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conversion dips post-cutover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Draft-theme A/B for 48h before publishing; rollback = re-enable Stky App Embed in one click.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148840"/>
            <a:ext cx="4023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18541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4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bar overlaps fixed footer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against bottom nav/safe-area-inset-bottom in smoke test (T5).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4023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96265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4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kt0 containing-block trap on .sticky-atc-bar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guard added in T3; same pattern proven in BIS work.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703320"/>
            <a:ext cx="4023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739896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4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selector state drift between bar and primary form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bar reads from primary form's variant input via event listeners.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 Needed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051560"/>
            <a:ext cx="475488" cy="475488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9576" y="107899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Proceed?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" y="1600200"/>
            <a:ext cx="2468880" cy="18288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to replace Stky with a theme-native implementation?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" y="25603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days engineering. Pays back in ~4–8 weeks at $11.99/mo; pure savings after. Cleans up two pre-existing integration bugs.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" y="3950208"/>
            <a:ext cx="2468880" cy="566928"/>
          </a:xfrm>
          <a:prstGeom prst="rect">
            <a:avLst/>
          </a:prstGeom>
          <a:solidFill>
            <a:srgbClr val="EBF8E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968496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recommends: yes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0128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47288" y="1051560"/>
            <a:ext cx="475488" cy="475488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14216" y="107899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Buy Overlay?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47288" y="1600200"/>
            <a:ext cx="2468880" cy="18288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the collection-page Quick Buy button, or drop?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47288" y="25603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= 1 fewer ticket + simpler PDP funnel. Keep = parity with current site behavior, +1h engineering. Conversion impact unknown.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47288" y="3950208"/>
            <a:ext cx="2468880" cy="566928"/>
          </a:xfrm>
          <a:prstGeom prst="rect">
            <a:avLst/>
          </a:prstGeom>
          <a:solidFill>
            <a:srgbClr val="EBF8E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11296" y="3968496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recommends: drop for v1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44768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81928" y="1051560"/>
            <a:ext cx="475488" cy="475488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48856" y="107899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Verification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81928" y="1600200"/>
            <a:ext cx="2468880" cy="18288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which Stky plan HairMNL is on today.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81928" y="25603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depends on plan: Basic ($83.88), Grow ($143.88), or Advanced ($227.88). Cost-comparison slide assumes Grow.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81928" y="3950208"/>
            <a:ext cx="2468880" cy="566928"/>
          </a:xfrm>
          <a:prstGeom prst="rect">
            <a:avLst/>
          </a:prstGeom>
          <a:solidFill>
            <a:srgbClr val="EBF8E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3968496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owner: please confirm in Stky billing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— Engineering Detail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— Files at cutover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955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snippets/sticky-add-to-cart.liquid, assets/sticky-atc.dev.js, assets/sticky-atc.js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4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layout/theme.liquid:969 (hardcoded script with wrong shop param)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layout/theme.liquid (render snippet + remove DNS prefetch comment), snippets/css-overrides.liquid (sticky bar styles), assets/theme.css (remove .satcb_quick_buy override), config/settings_data.json (disable Stky app block), scripts/check-overlay-css.py (add .sticky-atc-bar to OVERLAY_PATTERNS)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— Engineering ticket graph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Stky Sticky Add-to-Cart with theme-native implementation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(CC) → </a:t>
            </a:r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snippet (OC) → </a:t>
            </a:r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module (OC) → </a:t>
            </a:r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+ kt0 lint (OC) → </a:t>
            </a:r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Buy overlay [conditional] (OC) →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(CC) → </a:t>
            </a:r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(CC)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— Source: Stky on the Shopify App Store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4622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apps.shopify.com/sticky-add-to-cart-bar  ·  Developer: Codeinero  ·  4.9★ (467 reviews)  ·  Pricing verified May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Replacing Stky Sticky Add-to-Cart: Feasibility &amp; Recommendation</dc:title>
  <dc:subject>PptxGenJS Presentation</dc:subject>
  <dc:creator>HairMNL Engineering</dc:creator>
  <cp:lastModifiedBy>HairMNL Engineering</cp:lastModifiedBy>
  <cp:revision>1</cp:revision>
  <dcterms:created xsi:type="dcterms:W3CDTF">2026-05-15T22:45:46Z</dcterms:created>
  <dcterms:modified xsi:type="dcterms:W3CDTF">2026-05-15T22:45:46Z</dcterms:modified>
</cp:coreProperties>
</file>
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A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960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HAIR MNL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64208"/>
            <a:ext cx="2286000" cy="274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7739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Brief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429000" y="82296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Replacing Appikon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 in Stock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429000" y="26974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Recommendation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29000" y="4663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 Engineering  · 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Appikon Does Today — and What It Costs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92240" y="960120"/>
            <a:ext cx="2331720" cy="320040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0972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873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$14.99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92240" y="19202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22128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per-SMS charges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2578608"/>
            <a:ext cx="196596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700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~₱830/mo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Appikon Back in Stock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005840"/>
            <a:ext cx="5760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Appikon captures customer email/SMS when a PDP variant is sold out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 restock alert when inventory goes above zero — driving restock-alert revenue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reporting: no top-SKU view, no revenue attribution in Appikon’s dashboard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asks us to replace it with an in-house system using Klaviyo — our existing CRM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eliminate the monthly fee, centralize customer data, and gain a purchasing-team report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Architecture: PDP → Klaviyo → Email (+ SMS TBD)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48056" y="1417320"/>
            <a:ext cx="1481328" cy="82296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48056" y="146304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Sold-out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48056" y="19842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Shopify storefront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47672" y="1815084"/>
            <a:ext cx="128016" cy="27432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57400" y="1760220"/>
            <a:ext cx="82296" cy="137160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39696" y="1417320"/>
            <a:ext cx="1481328" cy="82296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39696" y="146304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39696" y="19842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phone capture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39312" y="1815084"/>
            <a:ext cx="128016" cy="27432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1760220"/>
            <a:ext cx="82296" cy="137160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31336" y="1417320"/>
            <a:ext cx="1481328" cy="822960"/>
          </a:xfrm>
          <a:prstGeom prst="rect">
            <a:avLst/>
          </a:prstGeom>
          <a:solidFill>
            <a:srgbClr val="E8736B"/>
          </a:solidFill>
          <a:ln w="12700">
            <a:solidFill>
              <a:srgbClr val="C45A5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31336" y="146304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API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31336" y="19842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E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CORS-friendly, public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330952" y="1815084"/>
            <a:ext cx="128016" cy="27432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40680" y="1760220"/>
            <a:ext cx="82296" cy="137160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22976" y="1417320"/>
            <a:ext cx="1481328" cy="82296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22976" y="146304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2976" y="19842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optional SMS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022592" y="1815084"/>
            <a:ext cx="128016" cy="27432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0" y="1760220"/>
            <a:ext cx="82296" cy="137160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14616" y="1417320"/>
            <a:ext cx="1481328" cy="822960"/>
          </a:xfrm>
          <a:prstGeom prst="rect">
            <a:avLst/>
          </a:prstGeom>
          <a:solidFill>
            <a:srgbClr val="D6EEF4"/>
          </a:solidFill>
          <a:ln w="12700">
            <a:solidFill>
              <a:srgbClr val="3A7A8E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214616" y="1463040"/>
            <a:ext cx="14813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hairmnl-data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14616" y="1984248"/>
            <a:ext cx="1481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743200" y="23682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SMS bridge via Semaphore or Twilio (if approved by stakeholders)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2788920"/>
            <a:ext cx="8229600" cy="493776"/>
          </a:xfrm>
          <a:prstGeom prst="rect">
            <a:avLst/>
          </a:prstGeom>
          <a:solidFill>
            <a:srgbClr val="F0FB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80720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backend server needed — Klaviyo’s public BIS API is CORS-friendly and requires only a public key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8229600" cy="493776"/>
          </a:xfrm>
          <a:prstGeom prst="rect">
            <a:avLst/>
          </a:prstGeom>
          <a:solidFill>
            <a:srgbClr val="F0FB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40156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Re-uses existing Klaviyo account (already manages newsletters + transactional emails for HairMNL)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977640"/>
            <a:ext cx="8229600" cy="493776"/>
          </a:xfrm>
          <a:prstGeom prst="rect">
            <a:avLst/>
          </a:prstGeom>
          <a:solidFill>
            <a:srgbClr val="F0FBF4"/>
          </a:solidFill>
          <a:ln w="12700">
            <a:solidFill>
              <a:srgbClr val="A8D5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399592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</a:t>
            </a:r>
            <a:pPr indent="0" marL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hairmnl-data reporting dashboard pulls Klaviyo event data and joins Shopify orders for revenue attribution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 What We Already Have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7D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399032"/>
            <a:ext cx="384048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new backend infrastructure to host or maintain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already holds all customer profiles + consent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truth: newsletters, transactional, and now back-in-stock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Appikon’s $14.99/mo fee on Day 1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to ship: no database, no webhook signing, no Remix/Express app to build and host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17720" y="914400"/>
            <a:ext cx="36576" cy="3840480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960120"/>
            <a:ext cx="3977640" cy="38404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3752" y="978408"/>
            <a:ext cx="3831336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Known Limitation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9776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flows fire per-event — cannot guarantee “oldest subscriber first” when stock is ≤5 units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rate-limit the flow to max 5 sends/min (best-effort FIFO)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at HairMNL’s current waitlist volumes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Called out honestly — not a blocker for MVP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Klaviyo SMS Doesn’t Serve the Philippines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321040" cy="621792"/>
          </a:xfrm>
          <a:prstGeom prst="rect">
            <a:avLst/>
          </a:prstGeom>
          <a:solidFill>
            <a:srgbClr val="FFF3C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32688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Klaviyo’s native SMS product does not support Philippine (+63) numbers — confirmed.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brief includes an Email / SMS toggle for the notification capture modal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Klaviyo Email + SMS flow cannot be used out of the box for Philippine customers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ship email-only MVP now — add SMS later via a thin serverless bridge if and when approved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B/C: integrate a PH-capable SMS provider (Semaphore or Twilio) alongside Klaviyo today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has costed all three options — decision matrix on the next slide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decision required before the engineering phase begins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Paths for SMS Alerts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194560"/>
                <a:gridCol w="1051560"/>
                <a:gridCol w="1691640"/>
                <a:gridCol w="1005840"/>
                <a:gridCol w="868680"/>
              </a:tblGrid>
              <a:tr h="6217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/ 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 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Skip 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Email-only MVP; no SMS toggle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₱0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Trivial — Klaviyo 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Semaphore (PH-local)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Serverless fn bridges Klaviyo flow → Semaphore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~₱0.50 (~$0.009)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1 serverless fn +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+1–2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Twilio Programmable SMS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bridge but via Twilio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~₱2.80 (~$0.05)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— Twilio account + PH sender-ID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+3–5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566160"/>
            <a:ext cx="8412480" cy="713232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584448"/>
            <a:ext cx="81381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recommends Option A for MVP — </a:t>
            </a:r>
            <a:pPr indent="0" marL="0">
              <a:buNone/>
            </a:pPr>
            <a:r>
              <a:rPr lang="en-US" sz="13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fastest, zero ongoing cost, revisit SMS in v2 once email conversion baseline is established.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Engineering Has Already Scoped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468880"/>
                <a:gridCol w="393192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tab appears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PDPs only — sold-out 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site-wide injection; lighter JS load; no impact on collection or home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country picker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Philippines (+63) hardcoded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Simplest implementation; HairMNL is a PH-only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surface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hairmnl-data dashboard (existing)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Reuses 4×/day GitHub Actions pipeline + Shopify orders cache for revenue attribution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Waitlist migration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Investigation sub-task (T6)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 ships either way; T6 checks whether Appikon provides a subscriber CSV export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 opt-in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Preserved via second Klaviyo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checkbox triggers a Klaviyo list-subscription API call alongside the BIS subscription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Weeks to Full Replacement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737360" y="822960"/>
            <a:ext cx="1840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77590" y="822960"/>
            <a:ext cx="1840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77590" y="1097280"/>
            <a:ext cx="9144" cy="31089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7820" y="822960"/>
            <a:ext cx="1840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17820" y="1097280"/>
            <a:ext cx="9144" cy="31089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58050" y="822960"/>
            <a:ext cx="18402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258050" y="1097280"/>
            <a:ext cx="9144" cy="31089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143000"/>
            <a:ext cx="1143000" cy="109728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14300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(UI)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737360" y="1344168"/>
            <a:ext cx="1785366" cy="502920"/>
          </a:xfrm>
          <a:prstGeom prst="rect">
            <a:avLst/>
          </a:prstGeom>
          <a:solidFill>
            <a:srgbClr val="F0A090"/>
          </a:solidFill>
          <a:ln w="12700">
            <a:solidFill>
              <a:srgbClr val="F0A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83080" y="1362456"/>
            <a:ext cx="16939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&amp;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config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7475" y="1344168"/>
            <a:ext cx="2705481" cy="50292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03195" y="1362456"/>
            <a:ext cx="2614041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+ CTA + JS module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49774" y="1344168"/>
            <a:ext cx="1049274" cy="502920"/>
          </a:xfrm>
          <a:prstGeom prst="rect">
            <a:avLst/>
          </a:prstGeom>
          <a:solidFill>
            <a:srgbClr val="C45A53"/>
          </a:solidFill>
          <a:ln w="12700">
            <a:solidFill>
              <a:srgbClr val="C45A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5494" y="1362456"/>
            <a:ext cx="95783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85866" y="1344168"/>
            <a:ext cx="1417320" cy="502920"/>
          </a:xfrm>
          <a:prstGeom prst="rect">
            <a:avLst/>
          </a:prstGeom>
          <a:solidFill>
            <a:srgbClr val="8B2A1E"/>
          </a:solidFill>
          <a:ln w="12700">
            <a:solidFill>
              <a:srgbClr val="8B2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1586" y="1362456"/>
            <a:ext cx="13258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Appikon cutover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1947672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— blocks reporting track until Klaviyo config lands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2514600"/>
            <a:ext cx="1143000" cy="1097280"/>
          </a:xfrm>
          <a:prstGeom prst="rect">
            <a:avLst/>
          </a:prstGeom>
          <a:solidFill>
            <a:srgbClr val="3A7A8E"/>
          </a:solidFill>
          <a:ln w="12700">
            <a:solidFill>
              <a:srgbClr val="3A7A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51460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(data)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577590" y="2715768"/>
            <a:ext cx="1785366" cy="502920"/>
          </a:xfrm>
          <a:prstGeom prst="rect">
            <a:avLst/>
          </a:prstGeom>
          <a:solidFill>
            <a:srgbClr val="4A8B9E"/>
          </a:solidFill>
          <a:ln w="12700">
            <a:solidFill>
              <a:srgbClr val="4A8B9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3310" y="2734056"/>
            <a:ext cx="16939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Klaviyo BIS client + cache (T8a)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17820" y="2715768"/>
            <a:ext cx="1785366" cy="502920"/>
          </a:xfrm>
          <a:prstGeom prst="rect">
            <a:avLst/>
          </a:prstGeom>
          <a:solidFill>
            <a:srgbClr val="3A7A8E"/>
          </a:solidFill>
          <a:ln w="12700">
            <a:solidFill>
              <a:srgbClr val="3A7A8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63540" y="2734056"/>
            <a:ext cx="16939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join (T8b)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58050" y="2715768"/>
            <a:ext cx="1785366" cy="502920"/>
          </a:xfrm>
          <a:prstGeom prst="rect">
            <a:avLst/>
          </a:prstGeom>
          <a:solidFill>
            <a:srgbClr val="2A5E70"/>
          </a:solidFill>
          <a:ln w="12700">
            <a:solidFill>
              <a:srgbClr val="2A5E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03770" y="2734056"/>
            <a:ext cx="169392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+ dashboard (T9)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737360" y="3319272"/>
            <a:ext cx="7360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parallel with theme track after Klaviyo config lands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8321040" cy="548640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904488"/>
            <a:ext cx="7955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~12–15h engineering serial.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calendar target per brief.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Each Option Actually Cost?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554480"/>
                <a:gridCol w="1965960"/>
                <a:gridCol w="16002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Ongoing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12-Month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quo: Keep Appikon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$14.99 +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~$20–25 (incl. SMS)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~$240–300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 Email only (recommended)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B. Email + Semaphore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~$1.75/mo (200 SMS 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C. Email + Twilio SMS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~$10/mo (200 SMS est.)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14800"/>
            <a:ext cx="8412480" cy="621792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13308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in-house options pay back engineering cost within Month 1 versus keeping Appikon.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Risks and How We’re Handling Them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822960"/>
                <a:gridCol w="41605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6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Klaviyo flow misconfiguration sends alerts for wrong variants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45A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 QA + manual flow test before cutover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Appikon waitlist lost if no CSV export available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investigation sub-task. Plan ships either way; future signups captured from launch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fairness not guaranteed when stock ≤5 units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Rate-limit step (5/min) = best-effort FIFO; acceptable at HairMNL’s volumes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Klaviyo BIS API rate limits on sudden restock surge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Exponential backoff implemented; BIS subscriptions are low-frequency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2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bridge adds micro-service overhead (Options B/C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7D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added if stakeholders approve SMS; email-only MVP avoids this entirely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Decisions Needed from Leadership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7548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12648" y="1051560"/>
            <a:ext cx="475488" cy="475488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79576" y="10789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SMS Path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" y="1600200"/>
            <a:ext cx="246888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SMS option do we proceed with?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Skip SMS (email-only MVP)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Semaphore — PH-local, ~₱0.50/SMS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Twilio — global, ~₱2.80/SMS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3950208"/>
            <a:ext cx="2468880" cy="566928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968496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recommends: Option 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1012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47288" y="1051560"/>
            <a:ext cx="475488" cy="475488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4728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14216" y="10789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Appikon CSV Export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47288" y="1600200"/>
            <a:ext cx="246888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47288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engineering pursue a waitlist export from Appikon?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4728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has drafted an email to Appikon support.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effort — recovers the existing subscriber list if Appikon provides a CSV.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47288" y="3950208"/>
            <a:ext cx="2468880" cy="566928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11296" y="3968496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needed to send the enquiry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44768" y="960120"/>
            <a:ext cx="2743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5B8B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81928" y="1051560"/>
            <a:ext cx="475488" cy="475488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0515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48856" y="10789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Proceed to Build?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81928" y="1600200"/>
            <a:ext cx="2468880" cy="18288"/>
          </a:xfrm>
          <a:prstGeom prst="rect">
            <a:avLst/>
          </a:prstGeom>
          <a:solidFill>
            <a:srgbClr val="F5B8B4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16916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to begin the engineering phase?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81928" y="256032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4 weeks from approval.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Appikon uninstalled, $14.99/mo saved, restock alerts live in Klaviyo.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81928" y="3950208"/>
            <a:ext cx="2468880" cy="566928"/>
          </a:xfrm>
          <a:prstGeom prst="rect">
            <a:avLst/>
          </a:prstGeom>
          <a:solidFill>
            <a:srgbClr val="EBF8EE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45936" y="3968496"/>
            <a:ext cx="2340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unlocks all engineering tracks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804672"/>
            <a:ext cx="64008" cy="3977640"/>
          </a:xfrm>
          <a:prstGeom prst="rect">
            <a:avLst/>
          </a:prstGeom>
          <a:solidFill>
            <a:srgbClr val="E8736B"/>
          </a:solidFill>
          <a:ln w="12700">
            <a:solidFill>
              <a:srgbClr val="E873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6459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Appendix — Supporting Detail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46720" y="489204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— Brief excerpt (§1 Goals)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7955280" cy="658368"/>
          </a:xfrm>
          <a:prstGeom prst="rect">
            <a:avLst/>
          </a:prstGeom>
          <a:solidFill>
            <a:srgbClr val="FDF2F1"/>
          </a:solidFill>
          <a:ln w="12700">
            <a:solidFill>
              <a:srgbClr val="F5B8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61872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“Replace Appikon Back in Stock ($14.99/mo + SMS) with a Klaviyo-native in-house solution capturing email/SMS on sold-out PDPs and triggering restock alerts when inventory &gt; 0. Reporting: total waitlist count, top-5 SKUs, conversion rate + revenue attributed.”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 — Engineering ticket graph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13432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hairmnl-theme epic (9 tickets):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modal snippet, product-form CTA swap, JS module, kt0 lint guard, smoke test, Appikon migration investigation, cutover, optional SMS bridge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hairmnl-data epic (3 tickets):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Klaviyo BIS client + JSONL cache (T8a), attribution join + RestockReport DTO (T8b), dashboard charts + KPI cards (T9)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Tracker: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bd (Beads) — embedded Dolt database, per-repo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5A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 — Files created / deleted at cutover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730752"/>
            <a:ext cx="79552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D7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snippets/notify-when-available-modal.liquid, assets/notify-when-available.dev.js, assets/notify-when-available.js, src/hairmnl/analytics/restock.py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5A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assets/subscribe-it.js  (Appikon embed — never imported in Liquid; removed from Shopify App Embeds panel)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snippets/product-form.liquid, layout/theme.liquid, snippets/css-overrides.liquid, locales/en.default.json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Replacing Appikon Back in Stock: Feasibility &amp; Recommendation</dc:title>
  <dc:subject>PptxGenJS Presentation</dc:subject>
  <dc:creator>HairMNL Engineering</dc:creator>
  <cp:lastModifiedBy>HairMNL Engineering</cp:lastModifiedBy>
  <cp:revision>1</cp:revision>
  <dcterms:created xsi:type="dcterms:W3CDTF">2026-05-15T21:57:44Z</dcterms:created>
  <dcterms:modified xsi:type="dcterms:W3CDTF">2026-05-15T21:57:44Z</dcterms:modified>
</cp:coreProperties>
</file>
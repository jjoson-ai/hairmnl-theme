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3" r:id="rId34"/>
    <p:sldId id="284" r:id="rId35"/>
    <p:sldId id="285" r:id="rId36"/>
    <p:sldId id="286" r:id="rId37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HairMNL Theme Modernization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45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3,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3183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640080" cy="12801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2011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HairMNL.com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Modernization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5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Progress, Roadmap &amp; Decisions Pending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· Marketing · Web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14,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— one-page read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8288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CADCFC"/>
          </a:solidFill>
          <a:ln w="12700">
            <a:solidFill>
              <a:srgbClr val="A5BD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blocking 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+25.8 pp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CLS p75 good 30.5% → 56.3% (May 6 → May 14)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46704" y="18288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CADCFC"/>
          </a:solidFill>
          <a:ln w="12700">
            <a:solidFill>
              <a:srgbClr val="A5BD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83864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blocking 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83864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+7.8 pp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83864" y="2788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CLS p75 good 74.5% → 82.3% (May 6 → May 14)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36208" y="18288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CADCFC"/>
          </a:solidFill>
          <a:ln w="12700">
            <a:solidFill>
              <a:srgbClr val="A5BD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73368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Code-health debt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73368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−97.9%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73368" y="2788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Theme-check linter 1,554 → 33 offenses (May 2)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25712" y="18288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CADCFC"/>
          </a:solidFill>
          <a:ln w="12700">
            <a:solidFill>
              <a:srgbClr val="A5BD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262872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saved + in flight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62872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~$5,400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262872" y="2788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$2,388 (AMP +) · in-flight $3,000–4,200 (Vertex)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112471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the last roadmap (Apr 29)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</a:rPr>
              <a:t>CLS sprint — 8 fixes shipped (Apr 29 → May 2)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</a:rPr>
              <a:t>GTM cleanup v140 — 28 pixel tags removed, bot exclusion live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</a:rPr>
              <a:t>CWV dashboard live on GitHub Pages (Apr 29 → May 1)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</a:rPr>
              <a:t>Theme-check linter pass: 1,554 → 33 (May 2)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</a:rPr>
              <a:t>Vertex AI build PR-1 → PR-6 shipped on draft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</a:rPr>
              <a:t>Critical CSS audit (ax0) — 3 dupe rules removed; 363 bytes saved (May 3)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</a:rPr>
              <a:t>Snippet DRY-up (aoe) — branded product card −193 lines; 25+ callers unchanged (May 3)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C5F2D"/>
                </a:solidFill>
              </a:rPr>
              <a:t>Shop Sheriff AMP fully uninstalled — savings captured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founder sign-off this week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41148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96167"/>
                </a:solidFill>
              </a:rPr>
              <a:t>(1) LimeSpot 4 admin tweaks — free, ~2–5% AOV uplift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96167"/>
                </a:solidFill>
              </a:rPr>
              <a:t>(2) Vertex AI cutover plan approval (in principle)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</a:rPr>
              <a:t>(3) Admin batch — URL Redirect + Judge.me Lite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</a:rPr>
              <a:t>(4) BSS B2B Customer Portal full uninstall (founder-only)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5B6372"/>
                </a:solidFill>
              </a:rPr>
              <a:t>(5) Dual sale-label decision — parked to Jun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is noisy; CrUX field (28-day rolling) is ground truth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828800"/>
                <a:gridCol w="1920240"/>
                <a:gridCol w="192024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26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27 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 (post-9g9)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3 (n=4)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CrUX field 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LCP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9.17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~14.2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3.54 s ✓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TBT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4,340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5,010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~4,155 ms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(INP 277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CLS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0.043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 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TBT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774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2,340 ms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 ms FAST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LCP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 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 s FAST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617720"/>
            <a:ext cx="11247120" cy="1645920"/>
          </a:xfrm>
          <a:prstGeom prst="roundRect">
            <a:avLst>
              <a:gd name="adj" fmla="val 4444"/>
            </a:avLst>
          </a:prstGeom>
          <a:solidFill>
            <a:srgbClr val="CADCFC"/>
          </a:solidFill>
          <a:ln w="12700">
            <a:solidFill>
              <a:srgbClr val="A5BDF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</a:rPr>
              <a:t>TBT trend is healthy.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3183F"/>
                </a:solidFill>
              </a:rPr>
              <a:t>Yesterday's 5,010 ms median was noise — today's n=4 settles to ~4,155 ms. The May 2 BSS render fix did not regress TBT.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</a:rPr>
              <a:t>Mobile lab LCP is throttling artifact.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3183F"/>
                </a:solidFill>
              </a:rPr>
              <a:t>Slow-4G + Moto G Power amplifies banner image weight. CrUX field LCP shows real shoppers at 3.54 s (AVG) on desktop and improving on mobile — Phase 1 wins won't fully surface in the 28-day field window until ~May 26.</a:t>
            </a:r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Field CLS p75 = 0.30 is the dominant remaining problem. </a:t>
            </a:r>
            <a:pPr indent="0" marL="0">
              <a:buNone/>
            </a:pPr>
            <a:r>
              <a:rPr lang="en-US" sz="1100" dirty="0">
                <a:solidFill>
                  <a:srgbClr val="13183F"/>
                </a:solidFill>
              </a:rPr>
              <a:t>8 fixes shipped Apr 29 → May 2. Validation re-query May 9.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— Apr 26 baseline → May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impact of Phase 1 sprint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4572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Apr 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394960" cy="3657600"/>
          </a:xfrm>
          <a:prstGeom prst="rect">
            <a:avLst/>
          </a:prstGeom>
          <a:solidFill>
            <a:srgbClr val="EAECE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377440"/>
            <a:ext cx="5120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Lighthouse score 26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TBT 4,340 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TBT 5,600 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CLS 0.30 (POOR)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third-party tracking pixels in GTM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Lazysizes + Hotjar + Booster live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CSS 70 KB inline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theme.css 448 KB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1,554 theme-check offenses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serving 19 clicks / month for $99/month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 popup hijacking LCP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contaminated by 538k bot events / 14d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39496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9224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May 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2286000"/>
            <a:ext cx="5394960" cy="3657600"/>
          </a:xfrm>
          <a:prstGeom prst="rect">
            <a:avLst/>
          </a:prstGeom>
          <a:solidFill>
            <a:srgbClr val="EAECE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377440"/>
            <a:ext cx="5120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Lighthouse score 27 → 39 window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TBT ~4,155 ms (lab); CrUX INP 277 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TBT 774 ms · field 132 ms FAST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CLS — 8 fixes shipped, May 9 re-query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pixel tags in GTM (28 deleted)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loading="lazy"; Hotjar + Booster gone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CSS 39 KB inline (−44%)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theme.css 350 KB (−22%) + 4 deferred bundles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theme-check offenses (−97.9%)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uninstalled — savings $1,188/yr captured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deferred 20 sec + 60% scroll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exclusion v139 live; clean attribution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shipped — JavaScript reduction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sprint, Apr 26 → May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28800"/>
            <a:ext cx="11155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Lazysizes library removed — replaced with native loading="lazy" (~30 KB JS + IO-shim cost)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B2B portal scripts gated to backbar-approved customers only (~185 KB saved per guest pageload)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LimeSpot SDK deferred (was render-blocking)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 popup deferred (20 sec + 60% scroll trigger)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Searchanise + Hotjar + Booster Page Speed Optimizer removed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hero fade-in disabled (CLS); mega-menu staggered fade disabled (INP)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+ aio_stats deferred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storepickup.js deferred + gated to product/cart templates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bss-hide-variant.css + tiny.content.min.css deferred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Below-fold homepage Swipers + cross-post-blogs Swiper lazy-init via IntersectionObserver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node-html-parser replaced with native textContent (runtime + bundle win)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blog-card layout pass deferred to first-scroll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shipped — CSS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payloads, single recalc, better cache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28800"/>
            <a:ext cx="11155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CSS trimmed 70 KB → 39 KB inline (−44%)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rounds of CSS extraction from theme.css: 448 KB → 350 KB (−22%)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Per-template CSS gating (account, blog, search, password)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deferred CSS files bundled into deferred-extras.css — single recalc event saved −2,850 ms TBT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preload pattern to media=print swap for 5 split bundles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Playfair Display fonts (Latin + Latin-ext woff2)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Inlined font-settings CSS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CSS audit + regen (ax0, May 3) — penthouse run across 6 templates confirmed 39 KB is well-tuned; 3 duplicate rules removed + btn--outline property deduped; 363 bytes saved; shipped to live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 DRY-up (aoe, May 3) — product-grid-item-branded + subcollection merged into one file (−193 lines, 4-line stub); all 25+ callers unchanged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shipped — image / LCP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responsive + WebP + width/height everywhere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28800"/>
            <a:ext cx="11155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Mobile/desktop hero split via &lt;picture&gt; + &lt;source media&gt;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preload + fetchpriority="high" on first slide only — extended to collection-hero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preload URL aligned to WebP source — eliminated 2,581 ms resource-load delay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srcset on product thumbnails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brand-collection landing pages — hero responsive srcset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aspect-ratio + object-fit:cover on Discover / Featured cards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thumbnail wrapper height pre-reserved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Hover-state width/height redraw removed from .double__image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Image-fill sizes hint extended to 4 more card-context callers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 &lt;picture&gt; rolled out to remaining 3 snippets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lazy + alt added to cross-post-blogs, list-collections, section-collection-grid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post-processor adds width/height to blog-body images (parsed from URL)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image_url named-param migration across 46 files (208 calls modernised, May 2)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Layout Shift sprint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CLS p75 = 0.30 → 8 discrete fixes shipped Apr 29 → May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114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was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#pwa-modal display:none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 Sheriff PWA animated top keyframe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2,126 events/7d eliminated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 Sheriff AMP uninstalled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fully removed (osj closed May 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$1,188/yr saved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Judge.me medals visibility:hidden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late hydration 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jdgm-hidden flicker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freegifts 160 px reserve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PDP price + recent-products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1pi 49% poor cart-CLS 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PDP store-pickup 64 px reserve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Flickity transition removed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e4a-α + e4a-β 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Reamaze widget label position:fixed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injecting into normal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events/7d eliminated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Klaviyo + LoyaltyLion overlays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position:fixed !important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e4a-γ + δ closed (May 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 body images aspect-ratio 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Width/height parsed from 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ex4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announcement min-height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.points-box contain:layout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T9 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71500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57790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Validation: </a:t>
            </a:r>
            <a:pPr indent="0" marL="0">
              <a:buNone/>
            </a:pPr>
            <a:r>
              <a:rPr lang="en-US" sz="1200" dirty="0">
                <a:solidFill>
                  <a:srgbClr val="13183F"/>
                </a:solidFill>
              </a:rPr>
              <a:t>May 9 re-query (first clean 7-day post-fix CrUX window). If #MainContent stays at ~85 events/day → proceed to dependencies (cookie banner reserve, BOGOS injection-point fix).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cleanup + observability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attribution, smaller container, real-shopper telemetry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container cleanup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desktop client provisioned in hairmnl-vertex GCP for autonomous GTM API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+ B + C cleanup executed: 28 browser-side pixel tags deleted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bot exclusion v139 — was 538k bot events / 14d on /pages/privacy-policy (49× homepage)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js_error renamed to hairmnl_js_error in v140 — eliminates Elevar collision; ~30k (not set) error events / 7d resolved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SEO config integration for Offer schema (single source of truth)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63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CWV dashboard + RUM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63640" y="20574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CWV/PWI dashboard live on GitHub Pages (May 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 mobile/desktop view with CrUX integration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Per-metric tooltips with plain-English explanations + action guidance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web-vitals reporter shipped to GA4 — v4 attribution build with debug_target selector flowing real-shopper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 fixes (T5): consent-modal null guard, layout-thrash batching, dropped dev console.logs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+ Page 2 Table 3 finalisation still open (issue 24q)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health pass — May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Theme-check linter sweep + image filter modernisation + locale sync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3736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828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5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offenses Apr 28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2880360"/>
            <a:ext cx="18288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30175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offenses May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−97.9%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5349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5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33 remaining are intentionally deferred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623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5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 ImgWidthAndHeight queued for CLS sprint, 1 vendor)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6364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Concretely fixed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103120"/>
            <a:ext cx="5486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img_url → image_url named params across 46 files (208 calls modernised, no perf regression)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locale files synced (de, es, fr, pt-BR, pt) — newsletter + accessibility keys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stub snippets created for broken template references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render double-extension bug fixed (3 silent-failure renders)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noImage asset_url fix — image_url doesn't accept raw strings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/cart/add and /collections/all routes replaced with routes.* objects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CSS audit (ax0, May 3) — penthouse confirmed 39 KB well-tuned; 3 duplicate rules removed + btn--outline property fix; 363 bytes saved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 DRY-up (aoe, May 3) — product-grid-item-branded + subcollection merged (−193 lines); 4-line stub; 25+ callers unchanged; live smoke-test passed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640080" cy="9144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pending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5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decisions ready for sign-off — ordered by ROI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 — LimeSpot 4 admin tweaks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ROI · free · ~30 min in LimeSpot admin · 2–5% AOV uplift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approve immediately. This is the most leveraged item on the roadmap.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cart-page widget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has zero LimeSpot widgets today. Single biggest miss. Industry benchmark: 2–5% AOV uplift in beauty/personal-care.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60604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92240" y="27889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78040" y="2788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PDP product limit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3832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shows 18 + 20 = 38 products. Cut to 6–8 per widget. Above 8, choice paralysis kicks in (Baymard, NN/g).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5720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Re-place PDP widgets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1663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stack at 32–38% scroll. Move "Frequently Bought Together" right under Add-to-Cart, "You May Also Like" below description + reviews.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438912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92240" y="45720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9224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78040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homepage widget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51663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has zero widgets. Add a "Trending" or "Bestsellers" widget. Lower priority than #1–3 but standard.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 — Approve Vertex AI cutover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ROI · in-principle approval unlocks Phase 3 · $3,000–4,200/yr saved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+ 4 widget slots already built. Need approval-in-principle so Phase 3 can move when team is satisfied with quality.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progress (separate session)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PR-1 universal foundation (CSS + shared snippets) 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PR-2 Cart-page FBT above checkout footer 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PR-3 Cart-drawer FBT below line items 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PR-4 PDP "You may also like" below description 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PR-5 Home RFY (model-gated) 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PR-6 Slot 3 home RFY section 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1–3 team feedback applied (header pin, drawer nav, cart inline ADD, font inheritance)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catalog sync — next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event tracking pipeline — after Phase 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cutover with 14-day monitor — gated on this decision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6364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safety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301752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LimeSpot widgets in admin (kept installed for instant rollback)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widgets launch in same positions — Home, PDP, Cart, Cart Drawer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RPV / AOV / CVR / mobile blocking time monitored daily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regresses → re-enable LimeSpot widgets (same minute)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14 clean days → uninstall LimeSpot, savings begin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Tradeoffs: Google Cloud as a vendor; less per-user personalisation than LimeSpot top tier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3 — Admin batch (4 items)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ROI · ZERO RISK · all admin-only · ship as one approval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approve as single batch. No theme code change required for any of these.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645920"/>
                <a:gridCol w="548640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Snapchat Pixel removal (issue bvs)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Pixel / app embed / GTM. Removes one third-party script confirmed unused.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Redirect cleanup (issue 3q4)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rule davines-momo-shampoo → / identified. Audit redirects with target=/. Likely 14–28 stale rules of 1,382 products.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Judge.me Lite mode (issue ebh)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Lite mode, reduce reviews-per-page to 5–10, disable widgets not in active use.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Subscribe It / Treedify / Hextom CTB (issue ijh)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Apps. If uninstalled, web team removes related theme code. Subscribe It is biggest at ~54 KB.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4 — BSS B2B Customer Portal full uninstall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ROI · founder-only call · no perf urgency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already gated to logged-in pro accounts (~185 KB saved per guest pageload). The question is purely about whether the B2B portal still adds value.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539496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5394960" cy="3108960"/>
          </a:xfrm>
          <a:prstGeom prst="rect">
            <a:avLst/>
          </a:prstGeom>
          <a:solidFill>
            <a:srgbClr val="EAECE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246120"/>
            <a:ext cx="50292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portal flow continues to work for backbar-approved customers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customer-facing change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already optimised — JS gated to pro logins only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continued vendor coupling for niche feature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2697480"/>
            <a:ext cx="5394960" cy="4572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9224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UNINSTALL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3154680"/>
            <a:ext cx="5394960" cy="3108960"/>
          </a:xfrm>
          <a:prstGeom prst="rect">
            <a:avLst/>
          </a:prstGeom>
          <a:solidFill>
            <a:srgbClr val="EAECE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37960" y="3246120"/>
            <a:ext cx="50292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theme footprint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fewer vendor on the stack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follow-on cleanup of admin assets and dead snippets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confirm: backbar-approved flow not actively used by current customers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5 — Dual sale-label 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URGENCY · parked to Jun 1 · no action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EAECE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no action needed today. Issue spz parked until 2026-06-01. Revisit when bandwidth allows.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server-side product-labels system is built but disabled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.product__badge--custom system is sole sale-display path — stable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preserved for both — easy to flip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already prevented in current code (no duplicate labels visible to shoppers)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recommendation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315468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new auto-computed system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sale state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admin work for marketing / merchandising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parked because shipped solution is stable; team can revisit when bandwidth allows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640080" cy="9144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plan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5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 · sequencing prioritises sign-off-pending and CrUX-validation-blocking work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6 → Jun 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040880"/>
                <a:gridCol w="256032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6 →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LimeSpot 4 admin tweaks (Decision 1) · Snapchat Pixel removal · URL Redirect audit · Judge.me Lite mode · verify ijh app statuses · e4a CLS field re-query May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Founders + Marketing + Web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13 →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CLS dependencies (cookie banner reserve, BOGOS injection-point fix) if e4a re-query confirms #MainContent unchanged · Elevar /a/elevar 2.6 sec investigation · cart INP investigation completion (gjv)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 → 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Phase 1 — catalog sync (Cloud Function pushing Shopify products + brand metadata + per-brand profit margins to Vertex daily and on product-change webhooks)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team (separate session)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27 → Jun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Phase 2 — event tracking pipeline (page views, add-to-carts, purchases) sent to Vertex in real time. CrUX field 28-day window starts reflecting May-1 wins ~May 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3 → Jun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Phase 3 — cutover with 14-day monitor. Decision-2 sign-off is gating. Daily monitoring of RPV / AOV / mobile blocking time. Instant rollback path live.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Founders sign-off + Web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watch items — recurring-risk bugs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web team to keep checking · 12 patterns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8308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76072" y="1938528"/>
            <a:ext cx="365760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76072" y="19385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783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 live theme drift — Pipeline 6.1.3 has no OS 2.0 auto-sync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EAECE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28232" y="1938528"/>
            <a:ext cx="365760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28232" y="19385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76288" y="1783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CLI bulk push silently skips files (~50% on 134-file pushes)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76072" y="2670048"/>
            <a:ext cx="365760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6072" y="267004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2514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Judge.me metafield format change — static stars depend on data-average-rating parse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251460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EAECE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28232" y="2670048"/>
            <a:ext cx="365760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28232" y="267004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76288" y="2514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 popup hijacking LCP — watch for popup wrapper as LCP element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76072" y="3401568"/>
            <a:ext cx="365760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6072" y="340156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3246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Lazysizes drift — class="lazyload" + data-src patterns invisible after lazysizes purge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324612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EAECE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28232" y="3401568"/>
            <a:ext cx="365760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28232" y="340156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76288" y="3246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2.0 admin section drift — templates/*.json + settings_data.json admin-managed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76072" y="4133088"/>
            <a:ext cx="365760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76072" y="41330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4128" y="3977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sale-label visual (spz) — flip risks duplicate visual return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9360" y="397764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EAECE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428232" y="4133088"/>
            <a:ext cx="365760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28232" y="41330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76288" y="3977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cache warming after live pushes — first 30–60 min window unreliable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70916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76072" y="4864608"/>
            <a:ext cx="365760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76072" y="486460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24128" y="4709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single-run variance — ±5–10 score / 5–10s LCP swings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09360" y="470916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EAECE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428232" y="4864608"/>
            <a:ext cx="365760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28232" y="486460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76288" y="4709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v140 hairmnl_js_error — revert risks Elevar collision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544068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576072" y="5596128"/>
            <a:ext cx="365760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76072" y="55961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24128" y="5440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bot contamination — new GA4 triggers must inherit bot-exclusion blocking rule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09360" y="544068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EAECE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6428232" y="5596128"/>
            <a:ext cx="365760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428232" y="55961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76288" y="5440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render double-extension — May-2 fix verified; no TBT regression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off the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 and ruled out — recorded so we don't re-litigate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/ PWA build — not feasible on this stack (likely conflict with Shop Sheriff PWA app and Shopify-side restrictions)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Re-uploading Kérastase collection images at higher resolution — not possible (brand assets managed by L'Oréal/Kérastase). CSS workaround (square aspect-ratio, image-cover) is the permanent fix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LimeSpot account-manager strategy review — not relevant given we're replacing the app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off Reamaze (customer support) — explicitly retained per founder decision; not in scope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off Judge.me to a different review app — theme-side optimisation already shipped; admin defer is the next path (handled by Decision 3)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640080" cy="9144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in development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3703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5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builds — separate sessions, multi-week timelines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tracked here for visibility but do not require this week's sign-off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rec engine — 60-to-90 day build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· separate Claude Code session · phase table below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126480"/>
                <a:gridCol w="137160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 GCP project · enable Vertex AI Search for Commerce · service accounts · billing alerts · confirm $600 free credit applied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PR-1 universal foundation: shared CSS + snippets · vrec-slot markup convention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PR-2 → PR-6: Cart-page FBT + Cart-drawer FBT + PDP YMAL + Home RFY · 3 rounds team review applied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2–3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Function pushes Shopify products + brand metadata + per-brand profit margins to Vertex AI catalog daily and on product-change webhooks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shopper events (page views, add-to-cart, purchase) to Vertex in real time via thin theme-side tracking layer; defer all analytics scripts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Cutover + monitor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 LimeSpot widgets in admin (don't uninstall). Launch Vertex widgets in same positions. Monitor RPV/AOV/CVR/mobile blocking time daily for 14 days. Instant rollback path live.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6–7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Gated on Decision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14 clean days, uninstall LimeSpot. Capture $403/mo savings.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week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build — performance non-negotiables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into the build prompt so we don't end up with a faster engine that's also slow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b="1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render server-side in Liquid — not via JavaScript hydration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predict API call latency budget: under 100 ms at p95 — achieved via caching (precomputed metafields, edge cache, or Cloud Function proxy cache)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Multi-widget pages batch their predict requests into one call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and event sync never run on the request path (cron-based, async)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Profit-margin re-rank happens in Liquid: score × (1 + brand_margin_pct/100)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blocking time after launch must be lower than the LimeSpot baseline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projects in development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builds · parked or scheduled later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645920"/>
                <a:gridCol w="1828800"/>
                <a:gridCol w="4297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parked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0 CRO data layer (issue l55)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Multi-week umbrella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 documented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Foundational; needs Clarity + PostHog + GrowthBook + BigQuery + consent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Tree-shake vendor.js (issue yzk)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build-pipeline access (Rellax/axios/ellipsis baggage)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jQuery removal (issue j0g)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Multi-day, high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comprehensive QA across all templates + vendor snippets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STKY ATC custom replacement (issue r8r)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$300/yr saved — low priority vs higher-leverage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BOGOS replacement custom logic (issue ur0)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$420/yr saved — low priority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Snippet DRY-up (issue aoe)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3 product-grid-item variants (~600 lines duplicated)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Critical-CSS audit + regen (issue ax0)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 KB inline contains 37 Swiper + 10 Flickity selectors, some duplicates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Custom-theme.js layout-thrash audit (issue 3sr)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sourcemaps available — investigation cost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marketing, content, and founders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LCP — biggest visible thing appears. Goal: &lt;2.5 s mobile.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INP — page reaction time on tap. Goal: &lt;200 ms.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CLS — how much things jump around. Goal: &lt;0.1.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TBT — page frozen by JS during load (lab).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FCP — first thing visible. Goal: &lt;1.8 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TTFB — first byte of HTML. Goal: &lt;800 ms.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CrUX — Google's real-shopper 28-day field data.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PSI / Lighthouse — Google's perf measurement tool.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&amp; vendors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43400" y="201168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LimeSpot — recs engine, $403/mo, being replaced.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Vertex AI — Google's recs engine, ~$50–150/mo.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Judge.me — review collection/display, $15/mo.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BSS B2B Portal — wholesale/pro features.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Klaviyo — email + popup.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Shop Sheriff AMP — uninstalled May 2.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LoyaltyLion — loyalty program.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Reamaze — customer support, retained.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GTM — tag container (v140).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Elevar — server-side conversion API.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924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metrics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0" y="201168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AOV — Average Order Value.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RPV — Revenue Per Visitor.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GMV — Gross Merchandise Value.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CTR — Click-Through Rate.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CVR — Conversion Rate.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GMC — Google Merchant Center.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3183F"/>
                </a:solidFill>
              </a:rPr>
              <a:t>GSC — Google Search Console.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asks — this week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decisions, ranked by ROI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8562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LimeSpot 4 admin tweaks — PENDING [fw8]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30 min · 2–5% AOV uplift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2724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Vertex cutover plan in principle — PENDING [oyw]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$3,000–4,200/yr saved · build is ready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ROI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EAECE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35935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batch (4 items) — PENDING [bvs, 3q4, ebh, ijh]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Redirect · Judge.me Lite · ijh app verify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· ZERO RISK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EAECE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44622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BSS B2B Customer Portal uninstall — PENDING [bjk, founder]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800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Founder-only · no perf urgency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0" y="4617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· FOUNDER ONLY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25780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EAECE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280160" y="53309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sale-label decision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80160" y="5669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3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 to Jun 1 · no action today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URGENCY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640080" cy="12801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2606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5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 Claude Code · in collaboration with HairMNL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May 14, 2026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What we shipped — May 7-14 sprint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Phase 2 — 8 days, ~50 issues closed, 11 substantive commits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155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Desktop CLS p75 good rate 30.5% → 56.3% (+25.8 pp) — biggest field win</a:t>
            </a:r>
          </a:p>
          <a:p>
            <a:r>
              <a:t>Mobile CLS p75 good rate 74.5% → 82.3% (+7.8 pp)</a:t>
            </a:r>
          </a:p>
          <a:p>
            <a:r>
              <a:t>GA4 metric_rating fix (d00) — unknown bucket 50% → 5% in 24h, RUM signal now clean</a:t>
            </a:r>
          </a:p>
          <a:p>
            <a:r>
              <a:t>49 dead snippet files deleted (BSS Lock + Solution + LTAP)</a:t>
            </a:r>
          </a:p>
          <a:p>
            <a:r>
              <a:t>kt0 CSS containment rule codified (lint + Playwright smoke test + .opencode_hints)</a:t>
            </a:r>
          </a:p>
          <a:p>
            <a:r>
              <a:t>Dashboard: desktop trend charts + 3-band CWV zones + PSI noise band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CLS Phase 2 — desktop focus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Six fixes targeting desktop-only contributors the May 2 sprint did not touch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155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jvf — Cart-page quantity + price cell min-heights</a:t>
            </a:r>
          </a:p>
          <a:p>
            <a:r>
              <a:t>p52 — Judge.me PDP review block (220 px) + collection preview badge (18 px)</a:t>
            </a:r>
          </a:p>
          <a:p>
            <a:r>
              <a:t>dzi → hod — BOGOS free-gift container 80 → 160 → 240 px (heavy-promo carts)</a:t>
            </a:r>
          </a:p>
          <a:p>
            <a:r>
              <a:t>38l — LimeSpot card image aspect-ratio + object-fit lock</a:t>
            </a:r>
          </a:p>
          <a:p>
            <a:r>
              <a:t>ojx — Pro-blogger related-articles thumbnail dimensions (136 URLs)</a:t>
            </a:r>
          </a:p>
          <a:p>
            <a:r>
              <a:t>z9y — PDP Judge.me preview badge + gallery zoom yield (884 URLs)</a:t>
            </a:r>
          </a:p>
          <a:p>
            <a:r>
              <a:t>987 #1 — Blog article body iframe/video aspect-ratio (YouTube/Vimeo/Instagram)</a:t>
            </a:r>
          </a:p>
          <a:p>
            <a:r>
              <a:t>7i0 — Announcement bar ticker height lock (font-FOUT inner shift)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kt0 CSS containment rule — three layers of prevention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After two cart-drawer + Reamaze regressions in three days, this is now policy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155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Rule: contain:layout / transform / filter / etc. on a parent of any fixed/abs descendant breaks overlay positioning silently</a:t>
            </a:r>
          </a:p>
          <a:p>
            <a:r>
              <a:t>Layer 1 — Lint: scripts/check-overlay-css.py runs in CI on every PR touching .liquid/.css/.scss</a:t>
            </a:r>
          </a:p>
          <a:p>
            <a:r>
              <a:t>Layer 2 — Smoke: scripts/smoke-test-drawers.py (Playwright) verifies cart drawer + mobile nav + search + modals on draft before live push</a:t>
            </a:r>
          </a:p>
          <a:p>
            <a:r>
              <a:t>Layer 3 — Process: CSS reservation parity hint — grep both css-overrides.liquid AND custom-theme.css before editing</a:t>
            </a:r>
          </a:p>
          <a:p>
            <a:r>
              <a:t>Caught the May 13 hod fix shipping as a NO-OP (selector-specificity trap) — computed-style smoke test required for every CSS reservation now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6858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GTM observability + third-party app rationalization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Real-shopper RUM data is now clean for the first time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155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d00 — gtag double-fire fix: metric_rating unknown 50-60% → 2-6% in 24h (LCP/CLS/INP/FCP/TTFB all clean)</a:t>
            </a:r>
          </a:p>
          <a:p>
            <a:r>
              <a:t>vux — Reverted a GTM v141 instrumentation regression</a:t>
            </a:r>
          </a:p>
          <a:p>
            <a:r>
              <a:t>t4m + 4r8 + miy — Three GTM tags with orphan trigger IDs repaired (Klaviyo, Conversion Linker, TrafficGuard)</a:t>
            </a:r>
          </a:p>
          <a:p>
            <a:r>
              <a:t>BSS B2B Lock + Solution + LTAP uninstalled — 49 dead snippets removed, 2 dead fetch() calls per PDP eliminated</a:t>
            </a:r>
          </a:p>
          <a:p>
            <a:r>
              <a:t>BookThatApp + VisualQuizBuilder uninstalled — 60-line createElement guard + 2 app block refs removed</a:t>
            </a:r>
          </a:p>
          <a:p>
            <a:r>
              <a:t>Customer Portal preserved — gated to backbar-approved customers, zero guest perf cost (Decision 4 narrower now)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HairMNL Theme Modernization — Progress, Roadmap &amp; Decisions Pending</dc:title>
  <dc:subject>PptxGenJS Presentation</dc:subject>
  <dc:creator>Claude Code (HairMNL)</dc:creator>
  <cp:lastModifiedBy>Claude Code (HairMNL)</cp:lastModifiedBy>
  <cp:revision>1</cp:revision>
  <dcterms:created xsi:type="dcterms:W3CDTF">2026-05-03T15:29:24Z</dcterms:created>
  <dcterms:modified xsi:type="dcterms:W3CDTF">2026-05-03T15:29:24Z</dcterms:modified>
</cp:coreProperties>
</file>